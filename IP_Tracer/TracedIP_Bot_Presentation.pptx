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18320" cy="3474720"/>
          </a:xfrm>
          <a:prstGeom prst="roundRect">
            <a:avLst/>
          </a:prstGeom>
          <a:solidFill>
            <a:srgbClr val="1A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🕵  TracedIP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Telegram IP Intelligence &amp; OSINT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Built on n8n  ·  Powered by IPStack  ·  Enriched with Open-Meteo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Author: Nitin S Kumar  |  @tracedip_bot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TracedIP Bot?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A Telegram bot that turns any IPv4 address into a full OSINT intelligence report.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Drop an IP -&gt; Get back network telemetry, geolocation, time analysis,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currency data, risk scoring, trust rating, and weather/sunlight enrichment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Built entirely on n8n with zero external runtimes - pure workflow automation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Under 3 seconds response time for single IP lookups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~97% cloud provider detection accuracy backed by 285-test-sample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Bot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ANY IPv4 ADDRESS (e.g. 8.8.8.8)  -&gt;  Single IP intelligence report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/myip  -&gt;  Your own public IP, fully analyzed with personalized tone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  IP1,IP2,IP3,...  -&gt;  Bulk comparison (up to 50 IPs at once)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All routing is done via n8n Switch node regex matching - no parse nodes needed.</a:t>
            </a:r>
          </a:p>
          <a:p>
            <a:pPr>
              <a:spcAft>
                <a:spcPts val="600"/>
              </a:spcAft>
              <a:defRPr sz="1800">
                <a:solidFill>
                  <a:srgbClr val="AAAAAA"/>
                </a:solidFill>
                <a:latin typeface="Calibri"/>
              </a:defRPr>
            </a:pPr>
            <a:r>
              <a:t>The catch-all output roasts invalid input with sarcastic error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(10 Nodes)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Telegram Trigger  -&gt;  Webhook listener for incoming messages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Switch  -&gt;  Regex-based routing (IPv4 / /myip / bulk CSV / catch-all)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Single IP request  -&gt;  GET api.ipstack.com/{ip}?access_key=...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User IP request  -&gt;  GET api.ipstack.com/check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Bulk IP request  -&gt;  GET api.ipstack.com/{csv}?access_key=...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Code in JavaScript  -&gt;  Formats bulk response (170+ lines)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Requester IP Lookup report  -&gt;  Telegram send (/myip)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Standard Lookup report  -&gt;  Telegram send (single IP)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Bulk Lookup report  -&gt;  Telegram send (bulk)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Invalid input reply  -&gt;  Sarcastic error message with usage 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Expression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IPStack called with responseFormat: 'text' -&gt; raw JSON returned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All templates use inline JSON.parse($json.data).field expressions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Upstream data accessed via $('Telegram Trigger').item.json...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Example expressions: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{{ JSON.parse($json.data).ip }}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{{ JSON.parse($json.data).connection.isp }}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{{ JSON.parse($json.data).location.country_flag_emoji }}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{{ JSON.parse($json.data).connection_type === 'tx' ? 'Datacenter' : 'Other' }}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$('Telegram Trigger').item.json.message.chat.id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Intelligence Signals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VERIFIED (Raw IPStack): IP, hostname, ASN, ISP, country, region, city,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coords, continent, calling code, EU status, timezone, DST, currency, language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DERIVED (Calculated inline): Speed class, stability, hemisphere,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map links, location precision, period, business hours, hosting type badge,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likely use case, trust score, risk score (0-100 weighted model)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ENRICHED (External APIs): Current weather (temp, humidity, wind),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sunrise/sunset times via Open-Meteo and sunrise-sunset.org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Engine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Weighted additive model - each indicator contributes a fixed score: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TOR Node              +50    Anonymizer        +45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Proxy Service         +40    High Threat       +70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VPN Service           +30    Medium Threat     +30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Web Crawler           +20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Classification:  Low (0-30)  |  Medium (31-60)  |  High (61-100)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Also derived: Trust Score (High / Medium / Low based on ISP type)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and Hosting / Residential profile badge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IPStack Analysis: 99% country accuracy, 85% city, 95% ISP ID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Security Telemetry: 94% proxy, 99% TOR, 82% VPN detection rates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Cloud Detection: 97% accuracy across 285 test samples, 12 providers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Avg Response: ~565ms (parallel enrichment saves 62% vs sequential)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346-line research paper documenting methodology and findings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Add caching, rate limiting, and AbuseIPDB before production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  -- RESEARCH_DONE.md, Section 9.4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n8n (v2.21+)  --  Workflow automation engine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IPStack  --  Primary IP geolocation &amp; security data source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Telegram Bot API  --  Chat interface &amp; message delivery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Open-Meteo (free)  --  Weather enrichment (no API key needed)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sunrise-sunset.org (free)  --  Solar data enrichment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JavaScript  --  Code nodes for bulk formatting &amp; transform logic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Telegram Markdown  --  Report formatting with emoji-rich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Setup Guide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1. Import IPStack Telegram Intelligence Bot.json into n8n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2. Create Telegram credential in n8n with your BotFather token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3. Assign the credential to all 5 Telegram nodes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4. Replace hardcoded API key with $env.IPSTACK_ACCESS_KEY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5. Activate the workflow and send an IPv4 to your bot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Prerequisites: n8n instance, IPStack API key, Telegram bot token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Current workflow has the API key hardcoded - use env vars for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Known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IPStack free tier: 100 req/month (bulk lookups will fail on free plan)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Telegram 4096 char limit - bulk truncates with '...N more IP(s)'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Geolocation is approximate (mobile -&gt; carrier gateway, anycast -&gt; nearest POP)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API key hardcoded in JSON export - use environment variables for security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n8n v1 execution order may differ from v2 in edge cases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No caching - every request hits IPStack fresh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City-level accuracy varies: ~10km in NA/EU, 100km+ in developing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IPStack Telegram Intelligence Bot.json  -  The n8n workflow (import this)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IMPLEMENTATION.md  -  Architecture deep-dive, node-by-node breakdown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RESEARCH_DONE.md  -  Full research paper (346 lines, also as PDF)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message_template.txt  -  Single IP report template (reference)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myip_template.txt  -  MyIP report template (reference)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bulk_template.txt  -  Bulk Code node (reference)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formatter.js  -  Legacy formatter from previous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test_formatter.js  -  Tests for legacy formatter</a:t>
            </a:r>
          </a:p>
          <a:p>
            <a:pPr>
              <a:spcAft>
                <a:spcPts val="600"/>
              </a:spcAft>
              <a:defRPr sz="1600">
                <a:solidFill>
                  <a:srgbClr val="AAAAAA"/>
                </a:solidFill>
                <a:latin typeface="Calibri"/>
              </a:defRPr>
            </a:pPr>
            <a:r>
              <a:t>README.md  -  This project's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@tracedip_bot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Built with , , and an unhealthy number of JSON.parse()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Calibri"/>
              </a:defRPr>
            </a:pPr>
            <a:r>
              <a:t>github.com/nitinkumar30/n8n-projects/tree/main/IP_Tracer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Nitin S Kumar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